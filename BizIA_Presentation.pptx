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16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943600" cy="5943600"/>
          </a:xfrm>
          <a:prstGeom prst="ellipse">
            <a:avLst/>
          </a:prstGeom>
          <a:solidFill>
            <a:srgbClr val="2C3A9E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377440"/>
            <a:ext cx="3840480" cy="3840480"/>
          </a:xfrm>
          <a:prstGeom prst="ellipse">
            <a:avLst/>
          </a:prstGeom>
          <a:solidFill>
            <a:srgbClr val="6E7B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475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8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&amp; entreprises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8891D8">
              <a:alpha val="4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FONCTIONNEL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de données IA autonome pour les PME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D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saisie commerçante à l'analyse de données généralisée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présentation — BizIA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revisité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EEF1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0020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2C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BizIA réunit ingestion, analyse et machine learning dans une seule plateforme conversationnelle. 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commerçant devient un cas d'usage natif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9227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 prêt à l'emploi pour les petits commerces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6085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Alimenté automatiquement à chaque vente enregistrée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2943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 par le même moteur que les fichiers importés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que BizIA résout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d'une PME (ventes, stock, trésorerie) restent dispersées et sous-exploitées.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2C3A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880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BizIA donne à chaque PME un véritable cerveau décisionnel alimenté par l'IA. 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70855" cy="4572000"/>
          </a:xfrm>
          <a:prstGeom prst="roundRect">
            <a:avLst>
              <a:gd name="adj" fmla="val 2400"/>
            </a:avLst>
          </a:prstGeom>
          <a:solidFill>
            <a:srgbClr val="EEF1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4739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pas un simple tableur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78892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734056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automatique, sans saisie manuelle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502152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447288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proactives, sans les demander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4215384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160520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basées sur le contexte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492861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873752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qui explique les données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— 6 étapes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des données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36392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importé ou saisie manuelle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99178" y="1965960"/>
            <a:ext cx="566928" cy="566928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9917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399178" y="269748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structuration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99178" y="3136392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automatique des incohérences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49717" y="1965960"/>
            <a:ext cx="566928" cy="566928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9717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49717" y="269748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49717" y="3136392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Tendances, anomalies, prévisions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920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30952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en un coup d'œil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99178" y="4160520"/>
            <a:ext cx="566928" cy="566928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99178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399178" y="48920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399178" y="5330952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en langage naturel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49717" y="4160520"/>
            <a:ext cx="566928" cy="566928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49717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249717" y="48920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exportable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49717" y="5330952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prêt à partager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logique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585216"/>
          </a:xfrm>
          <a:prstGeom prst="roundRect">
            <a:avLst>
              <a:gd name="adj" fmla="val 15625"/>
            </a:avLst>
          </a:prstGeom>
          <a:solidFill>
            <a:srgbClr val="EEF1F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819656"/>
            <a:ext cx="457200" cy="457200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69164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91640"/>
            <a:ext cx="66138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+ fichiers importés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11094415" cy="585216"/>
          </a:xfrm>
          <a:prstGeom prst="roundRect">
            <a:avLst>
              <a:gd name="adj" fmla="val 15625"/>
            </a:avLst>
          </a:prstGeom>
          <a:solidFill>
            <a:srgbClr val="EEF1F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532888"/>
            <a:ext cx="457200" cy="457200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4048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d'ingestion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404872"/>
            <a:ext cx="66138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vers un schéma unique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11094415" cy="585216"/>
          </a:xfrm>
          <a:prstGeom prst="roundRect">
            <a:avLst>
              <a:gd name="adj" fmla="val 15625"/>
            </a:avLst>
          </a:prstGeom>
          <a:solidFill>
            <a:srgbClr val="EEF1F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11810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d'analyse &amp; ML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118104"/>
            <a:ext cx="66138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anomalies, prédictions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11094415" cy="585216"/>
          </a:xfrm>
          <a:prstGeom prst="roundRect">
            <a:avLst>
              <a:gd name="adj" fmla="val 15625"/>
            </a:avLst>
          </a:prstGeom>
          <a:solidFill>
            <a:srgbClr val="EEF1FE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83133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automatique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831336"/>
            <a:ext cx="66138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et alertes générés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544568"/>
            <a:ext cx="11094415" cy="585216"/>
          </a:xfrm>
          <a:prstGeom prst="roundRect">
            <a:avLst>
              <a:gd name="adj" fmla="val 15625"/>
            </a:avLst>
          </a:prstGeom>
          <a:solidFill>
            <a:srgbClr val="EEF1F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672584"/>
            <a:ext cx="457200" cy="457200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454456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4544568"/>
            <a:ext cx="66138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réponses sur les données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2C3A9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539496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moteur d'analyse, indépendant de la source des données.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réaliste vs évolutions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EEF1FE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6596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D7DC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HACKATHON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4261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produits / ventes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47472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1985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/ Excel simple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automatiques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50292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7433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sur données structurées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24448" y="164592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EEF1FE"/>
          </a:solidFill>
          <a:ln/>
        </p:spPr>
      </p:sp>
      <p:sp>
        <p:nvSpPr>
          <p:cNvPr id="23" name="Shape 21"/>
          <p:cNvSpPr/>
          <p:nvPr/>
        </p:nvSpPr>
        <p:spPr>
          <a:xfrm>
            <a:off x="6644488" y="19659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F5DFC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44488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FUTURES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4488" y="269748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44488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01688" y="264261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de demande avancées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44488" y="347472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44488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01688" y="341985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robuste de PDF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44488" y="425196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44488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01688" y="419709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par ML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44488" y="502920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44488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01688" y="497433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enrichis (graphiques)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l'IA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interprète les données de l'entreprise et explique les résultats en langage simple.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318608" cy="1051560"/>
          </a:xfrm>
          <a:prstGeom prst="roundRect">
            <a:avLst>
              <a:gd name="adj" fmla="val 10435"/>
            </a:avLst>
          </a:prstGeom>
          <a:solidFill>
            <a:srgbClr val="EEF1FE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69748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23160"/>
            <a:ext cx="4084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mon bénéfice a-t-il diminué 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24448" y="2423160"/>
            <a:ext cx="5318608" cy="1051560"/>
          </a:xfrm>
          <a:prstGeom prst="roundRect">
            <a:avLst>
              <a:gd name="adj" fmla="val 10435"/>
            </a:avLst>
          </a:prstGeom>
          <a:solidFill>
            <a:srgbClr val="EEF1F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98768" y="269748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876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84568" y="2423160"/>
            <a:ext cx="4084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produits dois-je surveiller 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18608" cy="1051560"/>
          </a:xfrm>
          <a:prstGeom prst="roundRect">
            <a:avLst>
              <a:gd name="adj" fmla="val 10435"/>
            </a:avLst>
          </a:prstGeom>
          <a:solidFill>
            <a:srgbClr val="EEF1F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1148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840480"/>
            <a:ext cx="4084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 mon activité de la semaine.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24448" y="3840480"/>
            <a:ext cx="5318608" cy="1051560"/>
          </a:xfrm>
          <a:prstGeom prst="roundRect">
            <a:avLst>
              <a:gd name="adj" fmla="val 10435"/>
            </a:avLst>
          </a:prstGeom>
          <a:solidFill>
            <a:srgbClr val="EEF1FE"/>
          </a:solidFill>
          <a:ln/>
        </p:spPr>
      </p:sp>
      <p:sp>
        <p:nvSpPr>
          <p:cNvPr id="21" name="Shape 19"/>
          <p:cNvSpPr/>
          <p:nvPr/>
        </p:nvSpPr>
        <p:spPr>
          <a:xfrm>
            <a:off x="6598768" y="41148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98768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84568" y="3840480"/>
            <a:ext cx="4084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dois-je vérifier avant d'acheter ?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bonus : saisie vocale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rgbClr val="4A5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🎙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148840" y="18288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EEF1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68880" y="1828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C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vendu trois bouteilles d'huile à 1500 francs chacune. »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 transforme la phrase en données structurées, sans formulaire.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F5DF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OPTIONNELLE — LE MVP FONCTIONNE SANS ELLE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943600" cy="5943600"/>
          </a:xfrm>
          <a:prstGeom prst="ellipse">
            <a:avLst/>
          </a:prstGeom>
          <a:solidFill>
            <a:srgbClr val="2C3A9E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377440"/>
            <a:ext cx="3840480" cy="3840480"/>
          </a:xfrm>
          <a:prstGeom prst="ellipse">
            <a:avLst/>
          </a:prstGeom>
          <a:solidFill>
            <a:srgbClr val="6E7B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530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BizIA transforme les données quotidiennes en informations, alertes et recommandations concrètes. »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C7A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87705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: ingestion, analyse, dialogue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902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C7A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5354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d'usage concret (commerce PME), extensible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4865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24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C7A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193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pensée pour grandir progressivement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4A5F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produit, en situation réelle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70855" cy="4572000"/>
          </a:xfrm>
          <a:prstGeom prst="roundRect">
            <a:avLst>
              <a:gd name="adj" fmla="val 2400"/>
            </a:avLst>
          </a:prstGeom>
          <a:solidFill>
            <a:srgbClr val="EEF1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4739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 le dashboard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78892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734056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d’affaires et commandes en un coup d’œil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502152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447288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de rupture de stock générée automatiquement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4215384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160520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concrète : « recommander une commande fournisseur 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492861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873752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des 6 derniers mois visualisées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0" name="Dashboard Screenshot" descr="Capture d'ecran du tableau de bord BizIA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273572" y="1645920"/>
            <a:ext cx="4173696" cy="4572000"/>
          </a:xfrm>
          <a:prstGeom prst="rect">
            <a:avLst/>
          </a:prstGeom>
          <a:effectLst>
            <a:outerShdw blurRad="180000" dist="50800" dir="5400000" rotWithShape="0">
              <a:srgbClr val="1E2761">
                <a:alpha val="2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2026-09-10T15:37:23Z</dcterms:created>
  <dcterms:modified xsi:type="dcterms:W3CDTF">2026-09-10T15:37:23Z</dcterms:modified>
</cp:coreProperties>
</file>